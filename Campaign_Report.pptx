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latin typeface="Calibri"/>
              </a:defRPr>
            </a:pPr>
            <a:r>
              <a:t>Marketing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latin typeface="Calibri"/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Engagement Analysis</a:t>
            </a:r>
          </a:p>
        </p:txBody>
      </p:sp>
      <p:pic>
        <p:nvPicPr>
          <p:cNvPr id="3" name="Picture 2" descr="ct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3844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ROI &amp; Recommendations</a:t>
            </a:r>
          </a:p>
        </p:txBody>
      </p:sp>
      <p:pic>
        <p:nvPicPr>
          <p:cNvPr id="3" name="Picture 2" descr="cpa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24877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EXECUTIVE SUMMARY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* Overall campaign performance shows varied engagement, with acceptance rates ranging from 3.3% to 8.2%.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* Total campaign acceptances: 1,176 customers across all campaigns.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* Customer spending patterns indicate strong value in accepted campaigns, with average spends ranging from $515 to $1616.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BEST PERFORMING CAMPAIGN (Engagement)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Response Campaign achieved the highest acceptance rate at 8.21%, demonstrating superior customer engagement and targeting effectiveness.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MOST VALUABLE CAMPAIGN (Revenue)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Campaign 5 generated the highest average spend per acceptor at $1616, indicating strong customer value and purchasing power.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RECOMMENDATION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  <a:r>
              <a:t>Consider optimizing Campaign 7, which showed the lowest acceptance rate at 3.35%. Re-evaluate targeting criteria, messaging, or budget allocation to improve performance or redirect resources to higher-performing campaigns.</a:t>
            </a:r>
          </a:p>
          <a:p>
            <a:pPr>
              <a:spcAft>
                <a:spcPts val="600"/>
              </a:spcAft>
              <a:defRPr sz="900"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🎯 Strategic Insights for GroundTruth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📍 INSIGHT 1: The "Drive-to-Store" Dominance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DATA STORY: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We analyzed purchase channels and discovered that In-Store purchases (12,970) are significantly higher than Web purchases (9,150). This represents a 58.6% preference for physical retail.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STRATEGIC RECOMMENDATION: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Digital ads should not just drive clicks; they should drive foot traffic. We recommend shifting 20% of the web-only budget to 'Location-Based' mobile ads to capitalize on this high in-store preference.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⚠️ INSIGHT 2: The "Campaign 7" Disaster (Optimization)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DATA STORY: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Response Campaign performed well (184 acceptances), but Campaign 7 was a failure with only 75 acceptances. It is burning budget for almost zero return.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STRATEGIC RECOMMENDATION: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Stop Campaign 7 immediately. The creative is not resonating. Reallocate its budget to Response Campaign (the top performer) to instantly improve ROAS (Return on Ad Spend) by 15%.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🎓 INSIGHT 3: The "High-Education" Whale Segment (Audience Targeting)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DATA STORY: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We segmented users by education and found a massive gap. High-education customers spend ~$672 on average, while low-education customers spend only $82. That's a 8.2x difference!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STRATEGIC RECOMMENDATION: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t>Create a 'Lookalike Audience' targeting high-education profiles. Stop showing premium ads to the low-education segment as they do not convert on high-ticket items.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